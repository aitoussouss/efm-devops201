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5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</p:sldIdLst>
  <p:sldSz cx="7556500" cy="10693400"/>
  <p:notesSz cx="6858000" cy="9144000"/>
  <p:embeddedFontLst>
    <p:embeddedFont>
      <p:font typeface="Canva Sans" panose="020B0503030501040103"/>
      <p:regular r:id="rId7"/>
    </p:embeddedFont>
    <p:embeddedFont>
      <p:font typeface="Canva Sans Bold" panose="020B0803030501040103"/>
      <p:bold r:id="rId8"/>
    </p:embeddedFont>
    <p:embeddedFont>
      <p:font typeface="Open Sans Bold"/>
      <p:bold r:id="rId9"/>
    </p:embeddedFont>
    <p:embeddedFont>
      <p:font typeface="Playpen Sans Bold"/>
      <p:bold r:id="rId10"/>
    </p:embeddedFont>
    <p:embeddedFont>
      <p:font typeface="Calibri" panose="020F050202020403020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28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>
        <p:scale>
          <a:sx n="100" d="100"/>
          <a:sy n="100" d="100"/>
        </p:scale>
        <p:origin x="1445" y="-3446"/>
      </p:cViewPr>
      <p:guideLst>
        <p:guide orient="horz" pos="2174"/>
        <p:guide pos="28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8.fntdata"/><Relationship Id="rId13" Type="http://schemas.openxmlformats.org/officeDocument/2006/relationships/font" Target="fonts/font7.fntdata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jpe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179750"/>
            <a:ext cx="7560000" cy="2027684"/>
          </a:xfrm>
          <a:custGeom>
            <a:avLst/>
            <a:gdLst/>
            <a:ahLst/>
            <a:cxnLst/>
            <a:rect l="l" t="t" r="r" b="b"/>
            <a:pathLst>
              <a:path w="7560000" h="2027684">
                <a:moveTo>
                  <a:pt x="0" y="0"/>
                </a:moveTo>
                <a:lnTo>
                  <a:pt x="7560000" y="0"/>
                </a:lnTo>
                <a:lnTo>
                  <a:pt x="7560000" y="2027684"/>
                </a:lnTo>
                <a:lnTo>
                  <a:pt x="0" y="202768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47547" r="-1096" b="-471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2944998"/>
            <a:ext cx="7562126" cy="2267772"/>
          </a:xfrm>
          <a:custGeom>
            <a:avLst/>
            <a:gdLst/>
            <a:ahLst/>
            <a:cxnLst/>
            <a:rect l="l" t="t" r="r" b="b"/>
            <a:pathLst>
              <a:path w="7700769" h="2330874">
                <a:moveTo>
                  <a:pt x="0" y="0"/>
                </a:moveTo>
                <a:lnTo>
                  <a:pt x="7700769" y="0"/>
                </a:lnTo>
                <a:lnTo>
                  <a:pt x="7700769" y="2330874"/>
                </a:lnTo>
                <a:lnTo>
                  <a:pt x="0" y="2330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37" r="-938" b="-464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091782" y="4865727"/>
            <a:ext cx="1881105" cy="1808854"/>
          </a:xfrm>
          <a:custGeom>
            <a:avLst/>
            <a:gdLst/>
            <a:ahLst/>
            <a:cxnLst/>
            <a:rect l="l" t="t" r="r" b="b"/>
            <a:pathLst>
              <a:path w="1881105" h="1808854">
                <a:moveTo>
                  <a:pt x="0" y="0"/>
                </a:moveTo>
                <a:lnTo>
                  <a:pt x="1881105" y="0"/>
                </a:lnTo>
                <a:lnTo>
                  <a:pt x="1881105" y="1808853"/>
                </a:lnTo>
                <a:lnTo>
                  <a:pt x="0" y="1808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7560000" cy="2459014"/>
          </a:xfrm>
          <a:custGeom>
            <a:avLst/>
            <a:gdLst/>
            <a:ahLst/>
            <a:cxnLst/>
            <a:rect l="l" t="t" r="r" b="b"/>
            <a:pathLst>
              <a:path w="7560000" h="2459014">
                <a:moveTo>
                  <a:pt x="0" y="0"/>
                </a:moveTo>
                <a:lnTo>
                  <a:pt x="7560000" y="0"/>
                </a:lnTo>
                <a:lnTo>
                  <a:pt x="7560000" y="2459014"/>
                </a:lnTo>
                <a:lnTo>
                  <a:pt x="0" y="24590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894" t="-85172" r="-6479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6675"/>
            <a:ext cx="7595235" cy="1577975"/>
          </a:xfrm>
          <a:custGeom>
            <a:avLst/>
            <a:gdLst/>
            <a:ahLst/>
            <a:cxnLst/>
            <a:rect l="l" t="t" r="r" b="b"/>
            <a:pathLst>
              <a:path w="7653584" h="1578114">
                <a:moveTo>
                  <a:pt x="0" y="0"/>
                </a:moveTo>
                <a:lnTo>
                  <a:pt x="7653584" y="0"/>
                </a:lnTo>
                <a:lnTo>
                  <a:pt x="7653584" y="1578114"/>
                </a:lnTo>
                <a:lnTo>
                  <a:pt x="0" y="1578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6000"/>
            </a:blip>
            <a:stretch>
              <a:fillRect t="-50364" b="-6074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97051" y="66169"/>
            <a:ext cx="1323101" cy="988717"/>
          </a:xfrm>
          <a:custGeom>
            <a:avLst/>
            <a:gdLst/>
            <a:ahLst/>
            <a:cxnLst/>
            <a:rect l="l" t="t" r="r" b="b"/>
            <a:pathLst>
              <a:path w="1323101" h="988717">
                <a:moveTo>
                  <a:pt x="0" y="0"/>
                </a:moveTo>
                <a:lnTo>
                  <a:pt x="1323101" y="0"/>
                </a:lnTo>
                <a:lnTo>
                  <a:pt x="1323101" y="988717"/>
                </a:lnTo>
                <a:lnTo>
                  <a:pt x="0" y="98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6162" y="1054886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0" y="0"/>
                </a:lnTo>
                <a:lnTo>
                  <a:pt x="1393990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1693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40357" y="550443"/>
            <a:ext cx="3500605" cy="1094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0"/>
              </a:lnSpc>
            </a:pPr>
            <a:r>
              <a:rPr lang="en-US" sz="37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uto insurance </a:t>
            </a:r>
            <a:endParaRPr lang="en-US" sz="37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4800"/>
              </a:lnSpc>
            </a:pPr>
            <a:endParaRPr lang="en-US" sz="37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11" name="Freeform 11"/>
          <p:cNvSpPr/>
          <p:nvPr/>
        </p:nvSpPr>
        <p:spPr>
          <a:xfrm rot="-10800000">
            <a:off x="5187487" y="1054886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0" y="0"/>
                </a:lnTo>
                <a:lnTo>
                  <a:pt x="1393990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1693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635" y="1629410"/>
            <a:ext cx="7560945" cy="1313180"/>
          </a:xfrm>
          <a:custGeom>
            <a:avLst/>
            <a:gdLst/>
            <a:ahLst/>
            <a:cxnLst/>
            <a:rect l="l" t="t" r="r" b="b"/>
            <a:pathLst>
              <a:path w="8663875" h="2055980">
                <a:moveTo>
                  <a:pt x="0" y="0"/>
                </a:moveTo>
                <a:lnTo>
                  <a:pt x="8663874" y="0"/>
                </a:lnTo>
                <a:lnTo>
                  <a:pt x="8663874" y="2055980"/>
                </a:lnTo>
                <a:lnTo>
                  <a:pt x="0" y="20559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</p:sp>
      <p:sp>
        <p:nvSpPr>
          <p:cNvPr id="13" name="Freeform 13"/>
          <p:cNvSpPr/>
          <p:nvPr/>
        </p:nvSpPr>
        <p:spPr>
          <a:xfrm rot="-10800000">
            <a:off x="5187487" y="2491533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0" y="0"/>
                </a:lnTo>
                <a:lnTo>
                  <a:pt x="1393990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16931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83497" y="2491533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1" y="0"/>
                </a:lnTo>
                <a:lnTo>
                  <a:pt x="1393991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16931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0" y="7165973"/>
            <a:ext cx="7556500" cy="1635697"/>
            <a:chOff x="0" y="0"/>
            <a:chExt cx="2742872" cy="629249"/>
          </a:xfr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42872" cy="629249"/>
            </a:xfrm>
            <a:custGeom>
              <a:avLst/>
              <a:gdLst/>
              <a:ahLst/>
              <a:cxnLst/>
              <a:rect l="l" t="t" r="r" b="b"/>
              <a:pathLst>
                <a:path w="2742872" h="629249">
                  <a:moveTo>
                    <a:pt x="0" y="0"/>
                  </a:moveTo>
                  <a:lnTo>
                    <a:pt x="2742872" y="0"/>
                  </a:lnTo>
                  <a:lnTo>
                    <a:pt x="2742872" y="629249"/>
                  </a:lnTo>
                  <a:lnTo>
                    <a:pt x="0" y="629249"/>
                  </a:lnTo>
                  <a:close/>
                </a:path>
              </a:pathLst>
            </a:custGeom>
            <a:grpFill/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2742872" cy="6578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8176" y="7548673"/>
            <a:ext cx="912040" cy="91204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714129" y="7548673"/>
            <a:ext cx="912040" cy="91204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16787" y="7548673"/>
            <a:ext cx="912040" cy="91204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41144" y="7548673"/>
            <a:ext cx="912040" cy="91204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7819" y="9091397"/>
            <a:ext cx="4288988" cy="401839"/>
            <a:chOff x="0" y="0"/>
            <a:chExt cx="1537077" cy="14401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37077" cy="144010"/>
            </a:xfrm>
            <a:custGeom>
              <a:avLst/>
              <a:gdLst/>
              <a:ahLst/>
              <a:cxnLst/>
              <a:rect l="l" t="t" r="r" b="b"/>
              <a:pathLst>
                <a:path w="1537077" h="144010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75658" y="9598011"/>
            <a:ext cx="4288988" cy="401839"/>
            <a:chOff x="0" y="0"/>
            <a:chExt cx="1537077" cy="14401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37077" cy="144010"/>
            </a:xfrm>
            <a:custGeom>
              <a:avLst/>
              <a:gdLst/>
              <a:ahLst/>
              <a:cxnLst/>
              <a:rect l="l" t="t" r="r" b="b"/>
              <a:pathLst>
                <a:path w="1537077" h="144010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83497" y="10104626"/>
            <a:ext cx="4288988" cy="401839"/>
            <a:chOff x="0" y="0"/>
            <a:chExt cx="1537077" cy="14401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37077" cy="144010"/>
            </a:xfrm>
            <a:custGeom>
              <a:avLst/>
              <a:gdLst/>
              <a:ahLst/>
              <a:cxnLst/>
              <a:rect l="l" t="t" r="r" b="b"/>
              <a:pathLst>
                <a:path w="1537077" h="144010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id="39" name="Freeform 39"/>
          <p:cNvSpPr/>
          <p:nvPr/>
        </p:nvSpPr>
        <p:spPr>
          <a:xfrm>
            <a:off x="135180" y="3327333"/>
            <a:ext cx="327341" cy="258021"/>
          </a:xfrm>
          <a:custGeom>
            <a:avLst/>
            <a:gdLst/>
            <a:ahLst/>
            <a:cxnLst/>
            <a:rect l="l" t="t" r="r" b="b"/>
            <a:pathLst>
              <a:path w="327341" h="258021">
                <a:moveTo>
                  <a:pt x="0" y="0"/>
                </a:moveTo>
                <a:lnTo>
                  <a:pt x="327340" y="0"/>
                </a:lnTo>
                <a:lnTo>
                  <a:pt x="327340" y="258022"/>
                </a:lnTo>
                <a:lnTo>
                  <a:pt x="0" y="2580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49073" y="3817112"/>
            <a:ext cx="327341" cy="258021"/>
          </a:xfrm>
          <a:custGeom>
            <a:avLst/>
            <a:gdLst/>
            <a:ahLst/>
            <a:cxnLst/>
            <a:rect l="l" t="t" r="r" b="b"/>
            <a:pathLst>
              <a:path w="327341" h="258021">
                <a:moveTo>
                  <a:pt x="0" y="0"/>
                </a:moveTo>
                <a:lnTo>
                  <a:pt x="327340" y="0"/>
                </a:lnTo>
                <a:lnTo>
                  <a:pt x="327340" y="258021"/>
                </a:lnTo>
                <a:lnTo>
                  <a:pt x="0" y="2580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35181" y="4395235"/>
            <a:ext cx="327341" cy="258021"/>
          </a:xfrm>
          <a:custGeom>
            <a:avLst/>
            <a:gdLst/>
            <a:ahLst/>
            <a:cxnLst/>
            <a:rect l="l" t="t" r="r" b="b"/>
            <a:pathLst>
              <a:path w="327341" h="258021">
                <a:moveTo>
                  <a:pt x="0" y="0"/>
                </a:moveTo>
                <a:lnTo>
                  <a:pt x="327340" y="0"/>
                </a:lnTo>
                <a:lnTo>
                  <a:pt x="327340" y="258022"/>
                </a:lnTo>
                <a:lnTo>
                  <a:pt x="0" y="2580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232789" y="8976878"/>
            <a:ext cx="509787" cy="516359"/>
          </a:xfrm>
          <a:custGeom>
            <a:avLst/>
            <a:gdLst/>
            <a:ahLst/>
            <a:cxnLst/>
            <a:rect l="l" t="t" r="r" b="b"/>
            <a:pathLst>
              <a:path w="509787" h="516359">
                <a:moveTo>
                  <a:pt x="0" y="0"/>
                </a:moveTo>
                <a:lnTo>
                  <a:pt x="509787" y="0"/>
                </a:lnTo>
                <a:lnTo>
                  <a:pt x="509787" y="516358"/>
                </a:lnTo>
                <a:lnTo>
                  <a:pt x="0" y="51635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259841" y="9566707"/>
            <a:ext cx="433144" cy="433144"/>
          </a:xfrm>
          <a:custGeom>
            <a:avLst/>
            <a:gdLst/>
            <a:ahLst/>
            <a:cxnLst/>
            <a:rect l="l" t="t" r="r" b="b"/>
            <a:pathLst>
              <a:path w="433144" h="433144">
                <a:moveTo>
                  <a:pt x="0" y="0"/>
                </a:moveTo>
                <a:lnTo>
                  <a:pt x="433144" y="0"/>
                </a:lnTo>
                <a:lnTo>
                  <a:pt x="433144" y="433144"/>
                </a:lnTo>
                <a:lnTo>
                  <a:pt x="0" y="43314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312743" y="10076051"/>
            <a:ext cx="334183" cy="515118"/>
          </a:xfrm>
          <a:custGeom>
            <a:avLst/>
            <a:gdLst/>
            <a:ahLst/>
            <a:cxnLst/>
            <a:rect l="l" t="t" r="r" b="b"/>
            <a:pathLst>
              <a:path w="334183" h="515118">
                <a:moveTo>
                  <a:pt x="0" y="0"/>
                </a:moveTo>
                <a:lnTo>
                  <a:pt x="334183" y="0"/>
                </a:lnTo>
                <a:lnTo>
                  <a:pt x="334183" y="515117"/>
                </a:lnTo>
                <a:lnTo>
                  <a:pt x="0" y="51511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2659474" y="7530111"/>
            <a:ext cx="966694" cy="966694"/>
          </a:xfrm>
          <a:custGeom>
            <a:avLst/>
            <a:gdLst/>
            <a:ahLst/>
            <a:cxnLst/>
            <a:rect l="l" t="t" r="r" b="b"/>
            <a:pathLst>
              <a:path w="966694" h="966694">
                <a:moveTo>
                  <a:pt x="0" y="0"/>
                </a:moveTo>
                <a:lnTo>
                  <a:pt x="966694" y="0"/>
                </a:lnTo>
                <a:lnTo>
                  <a:pt x="966694" y="966695"/>
                </a:lnTo>
                <a:lnTo>
                  <a:pt x="0" y="96669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608904" y="7471073"/>
            <a:ext cx="1025733" cy="1025733"/>
          </a:xfrm>
          <a:custGeom>
            <a:avLst/>
            <a:gdLst/>
            <a:ahLst/>
            <a:cxnLst/>
            <a:rect l="l" t="t" r="r" b="b"/>
            <a:pathLst>
              <a:path w="1025733" h="1025733">
                <a:moveTo>
                  <a:pt x="0" y="0"/>
                </a:moveTo>
                <a:lnTo>
                  <a:pt x="1025733" y="0"/>
                </a:lnTo>
                <a:lnTo>
                  <a:pt x="1025733" y="1025733"/>
                </a:lnTo>
                <a:lnTo>
                  <a:pt x="0" y="102573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4402317" y="7408823"/>
            <a:ext cx="1150233" cy="1150233"/>
          </a:xfrm>
          <a:custGeom>
            <a:avLst/>
            <a:gdLst/>
            <a:ahLst/>
            <a:cxnLst/>
            <a:rect l="l" t="t" r="r" b="b"/>
            <a:pathLst>
              <a:path w="1150233" h="1150233">
                <a:moveTo>
                  <a:pt x="0" y="0"/>
                </a:moveTo>
                <a:lnTo>
                  <a:pt x="1150233" y="0"/>
                </a:lnTo>
                <a:lnTo>
                  <a:pt x="1150233" y="1150233"/>
                </a:lnTo>
                <a:lnTo>
                  <a:pt x="0" y="115023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6282837" y="7324833"/>
            <a:ext cx="1125364" cy="1125364"/>
          </a:xfrm>
          <a:custGeom>
            <a:avLst/>
            <a:gdLst/>
            <a:ahLst/>
            <a:cxnLst/>
            <a:rect l="l" t="t" r="r" b="b"/>
            <a:pathLst>
              <a:path w="1125364" h="1125364">
                <a:moveTo>
                  <a:pt x="0" y="0"/>
                </a:moveTo>
                <a:lnTo>
                  <a:pt x="1125363" y="0"/>
                </a:lnTo>
                <a:lnTo>
                  <a:pt x="1125363" y="1125364"/>
                </a:lnTo>
                <a:lnTo>
                  <a:pt x="0" y="112536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440051" y="6274023"/>
            <a:ext cx="1239021" cy="1239021"/>
          </a:xfrm>
          <a:custGeom>
            <a:avLst/>
            <a:gdLst/>
            <a:ahLst/>
            <a:cxnLst/>
            <a:rect l="l" t="t" r="r" b="b"/>
            <a:pathLst>
              <a:path w="1239021" h="1239021">
                <a:moveTo>
                  <a:pt x="0" y="0"/>
                </a:moveTo>
                <a:lnTo>
                  <a:pt x="1239021" y="0"/>
                </a:lnTo>
                <a:lnTo>
                  <a:pt x="1239021" y="1239021"/>
                </a:lnTo>
                <a:lnTo>
                  <a:pt x="0" y="1239021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4116194" y="6290602"/>
            <a:ext cx="1239021" cy="1239021"/>
          </a:xfrm>
          <a:custGeom>
            <a:avLst/>
            <a:gdLst/>
            <a:ahLst/>
            <a:cxnLst/>
            <a:rect l="l" t="t" r="r" b="b"/>
            <a:pathLst>
              <a:path w="1239021" h="1239021">
                <a:moveTo>
                  <a:pt x="0" y="0"/>
                </a:moveTo>
                <a:lnTo>
                  <a:pt x="1239021" y="0"/>
                </a:lnTo>
                <a:lnTo>
                  <a:pt x="1239021" y="1239021"/>
                </a:lnTo>
                <a:lnTo>
                  <a:pt x="0" y="1239021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2412824" y="6309652"/>
            <a:ext cx="1239021" cy="1239021"/>
          </a:xfrm>
          <a:custGeom>
            <a:avLst/>
            <a:gdLst/>
            <a:ahLst/>
            <a:cxnLst/>
            <a:rect l="l" t="t" r="r" b="b"/>
            <a:pathLst>
              <a:path w="1239021" h="1239021">
                <a:moveTo>
                  <a:pt x="0" y="0"/>
                </a:moveTo>
                <a:lnTo>
                  <a:pt x="1239021" y="0"/>
                </a:lnTo>
                <a:lnTo>
                  <a:pt x="1239021" y="1239021"/>
                </a:lnTo>
                <a:lnTo>
                  <a:pt x="0" y="1239021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5887057" y="6271552"/>
            <a:ext cx="1239021" cy="1239021"/>
          </a:xfrm>
          <a:custGeom>
            <a:avLst/>
            <a:gdLst/>
            <a:ahLst/>
            <a:cxnLst/>
            <a:rect l="l" t="t" r="r" b="b"/>
            <a:pathLst>
              <a:path w="1239021" h="1239021">
                <a:moveTo>
                  <a:pt x="0" y="0"/>
                </a:moveTo>
                <a:lnTo>
                  <a:pt x="1239020" y="0"/>
                </a:lnTo>
                <a:lnTo>
                  <a:pt x="1239020" y="1239021"/>
                </a:lnTo>
                <a:lnTo>
                  <a:pt x="0" y="1239021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4224363" y="5055331"/>
            <a:ext cx="3293263" cy="1370821"/>
          </a:xfrm>
          <a:custGeom>
            <a:avLst/>
            <a:gdLst/>
            <a:ahLst/>
            <a:cxnLst/>
            <a:rect l="l" t="t" r="r" b="b"/>
            <a:pathLst>
              <a:path w="3293263" h="1370821">
                <a:moveTo>
                  <a:pt x="0" y="0"/>
                </a:moveTo>
                <a:lnTo>
                  <a:pt x="3293264" y="0"/>
                </a:lnTo>
                <a:lnTo>
                  <a:pt x="3293264" y="1370821"/>
                </a:lnTo>
                <a:lnTo>
                  <a:pt x="0" y="137082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2251139" y="2190407"/>
            <a:ext cx="2801411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C107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IN MOROCCO</a:t>
            </a:r>
            <a:endParaRPr lang="en-US" sz="3300" b="1">
              <a:solidFill>
                <a:srgbClr val="FFC107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-36415" y="1636776"/>
            <a:ext cx="7376517" cy="563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0"/>
              </a:lnSpc>
              <a:spcBef>
                <a:spcPct val="0"/>
              </a:spcBef>
            </a:pPr>
            <a:r>
              <a:rPr lang="en-US" sz="336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AUTOMOBILE INSURANCE</a:t>
            </a:r>
            <a:endParaRPr lang="en-US" sz="3365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2920152" y="739590"/>
            <a:ext cx="2259752" cy="563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dirty="0" err="1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Ouarzazat</a:t>
            </a:r>
            <a:r>
              <a:rPr lang="en-US" sz="3200" dirty="0" err="1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</a:t>
            </a:r>
            <a:endParaRPr lang="en-US" sz="3200" dirty="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424145" y="6785562"/>
            <a:ext cx="1251466" cy="199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050" b="1" dirty="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Our advantages</a:t>
            </a:r>
            <a:endParaRPr lang="en-US" sz="1050" b="1" dirty="0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459009" y="8471418"/>
            <a:ext cx="1325523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sz="1100" b="1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Competitive prices</a:t>
            </a:r>
            <a:endParaRPr lang="en-US" sz="1100" b="1">
              <a:solidFill>
                <a:srgbClr val="004AAD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2492068" y="8471418"/>
            <a:ext cx="1184225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National coverage</a:t>
            </a:r>
            <a:endParaRPr lang="en-US" sz="1000" b="1">
              <a:solidFill>
                <a:srgbClr val="004AAD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6065349" y="8471418"/>
            <a:ext cx="1315522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" lvl="1" algn="ctr">
              <a:lnSpc>
                <a:spcPts val="1400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Fast subscription</a:t>
            </a:r>
            <a:endParaRPr lang="en-US" sz="1000" b="1" dirty="0">
              <a:solidFill>
                <a:srgbClr val="004AAD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  <a:p>
            <a:pPr algn="ctr">
              <a:lnSpc>
                <a:spcPts val="1400"/>
              </a:lnSpc>
              <a:spcBef>
                <a:spcPct val="0"/>
              </a:spcBef>
            </a:pPr>
            <a:endParaRPr lang="en-US" sz="1000" b="1" dirty="0">
              <a:solidFill>
                <a:srgbClr val="004AAD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4462505" y="8471418"/>
            <a:ext cx="1020604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24/7 assistance</a:t>
            </a:r>
            <a:endParaRPr lang="en-US" sz="1000" b="1">
              <a:solidFill>
                <a:srgbClr val="004AAD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1131321" y="9119972"/>
            <a:ext cx="78968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Call us</a:t>
            </a:r>
            <a:endParaRPr lang="en-US" sz="1600" b="1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1991394" y="9119972"/>
            <a:ext cx="1330253" cy="26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0688888888</a:t>
            </a:r>
            <a:endParaRPr lang="en-US" sz="1500" b="1" dirty="0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741680" y="9598660"/>
            <a:ext cx="4330700" cy="4019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email: contact@ouarzazate.com</a:t>
            </a:r>
            <a:endParaRPr lang="en-US" sz="1600" b="1" dirty="0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709930" y="10105390"/>
            <a:ext cx="4404995" cy="485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adresse: avenue mohamed V,ouarzazate</a:t>
            </a:r>
            <a:endParaRPr lang="en-US" sz="1600" b="1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367591" y="3318518"/>
            <a:ext cx="3438147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Third-Party Insurance</a:t>
            </a:r>
            <a:endParaRPr lang="en-US" sz="1600" b="1" dirty="0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487682" y="3818244"/>
            <a:ext cx="3331689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Third-Party Plus Insurance</a:t>
            </a:r>
            <a:endParaRPr lang="en-US" sz="1600" b="1" dirty="0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487682" y="4350557"/>
            <a:ext cx="3872937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Comprehensive Insurance (All Risks)</a:t>
            </a:r>
            <a:endParaRPr lang="en-US" sz="1600" b="1" dirty="0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2803258" y="6799727"/>
            <a:ext cx="458153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Cars </a:t>
            </a:r>
            <a:endParaRPr lang="en-US" sz="1300" b="1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4224363" y="6764697"/>
            <a:ext cx="1068586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Motorcycles </a:t>
            </a:r>
            <a:endParaRPr lang="en-US" sz="1300" b="1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6226294" y="6750002"/>
            <a:ext cx="560546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Trucks</a:t>
            </a:r>
            <a:endParaRPr lang="en-US" sz="1300" b="1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pic>
        <p:nvPicPr>
          <p:cNvPr id="59" name="Image 58"/>
          <p:cNvPicPr/>
          <p:nvPr/>
        </p:nvPicPr>
        <p:blipFill>
          <a:blip r:embed="rId28"/>
          <a:stretch>
            <a:fillRect/>
          </a:stretch>
        </p:blipFill>
        <p:spPr>
          <a:xfrm>
            <a:off x="5552440" y="9004300"/>
            <a:ext cx="1619250" cy="1409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WPS Presentation</Application>
  <PresentationFormat>Custom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Canva Sans</vt:lpstr>
      <vt:lpstr>Canva Sans Bold</vt:lpstr>
      <vt:lpstr>Open Sans Bold</vt:lpstr>
      <vt:lpstr>Playpen Sans Bold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Photo Missing Dog Ad Flyer</dc:title>
  <dc:creator/>
  <cp:lastModifiedBy>mohamed naceri</cp:lastModifiedBy>
  <cp:revision>6</cp:revision>
  <dcterms:created xsi:type="dcterms:W3CDTF">2006-08-16T00:00:00Z</dcterms:created>
  <dcterms:modified xsi:type="dcterms:W3CDTF">2026-01-08T14:15:02Z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47FF9A858E2D49AB9DC4B83E81EDB18B_13</vt:lpwstr>
  </property>
  <property fmtid="{D5CDD505-2E9C-101B-9397-08002B2CF9AE}" pid="3" name="KSOProductBuildVer">
    <vt:lpwstr>3084-12.2.0.23197</vt:lpwstr>
  </property>
</Properties>
</file>